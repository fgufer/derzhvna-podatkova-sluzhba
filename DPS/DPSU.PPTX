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29.01.2026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База ДПС України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 smtClean="0"/>
              <a:t>ДПС – Державна податкова служба</a:t>
            </a:r>
          </a:p>
          <a:p>
            <a:r>
              <a:rPr lang="uk-UA" dirty="0" smtClean="0"/>
              <a:t>Виконав </a:t>
            </a:r>
            <a:r>
              <a:rPr lang="uk-UA" dirty="0" err="1" smtClean="0"/>
              <a:t>Ждановський</a:t>
            </a:r>
            <a:r>
              <a:rPr lang="uk-UA" dirty="0" smtClean="0"/>
              <a:t> Ігнат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Актуальність </a:t>
            </a:r>
            <a:r>
              <a:rPr lang="uk-UA" dirty="0" err="1" smtClean="0"/>
              <a:t>проєкту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Необхідність</a:t>
            </a:r>
            <a:r>
              <a:rPr lang="ru-RU" dirty="0" smtClean="0"/>
              <a:t> </a:t>
            </a:r>
            <a:r>
              <a:rPr lang="ru-RU" dirty="0" err="1" smtClean="0"/>
              <a:t>обліку</a:t>
            </a:r>
            <a:r>
              <a:rPr lang="ru-RU" dirty="0" smtClean="0"/>
              <a:t> ФОП</a:t>
            </a:r>
          </a:p>
          <a:p>
            <a:r>
              <a:rPr lang="ru-RU" dirty="0" smtClean="0"/>
              <a:t>Контроль </a:t>
            </a:r>
            <a:r>
              <a:rPr lang="ru-RU" dirty="0" err="1" smtClean="0"/>
              <a:t>груп</a:t>
            </a:r>
            <a:r>
              <a:rPr lang="ru-RU" dirty="0" smtClean="0"/>
              <a:t> ФОП та </a:t>
            </a:r>
            <a:r>
              <a:rPr lang="ru-RU" dirty="0" err="1" smtClean="0"/>
              <a:t>реєстраційних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endParaRPr lang="ru-RU" dirty="0" smtClean="0"/>
          </a:p>
          <a:p>
            <a:r>
              <a:rPr lang="ru-RU" dirty="0" err="1" smtClean="0"/>
              <a:t>Автоматизація</a:t>
            </a:r>
            <a:r>
              <a:rPr lang="ru-RU" dirty="0" smtClean="0"/>
              <a:t> </a:t>
            </a:r>
            <a:r>
              <a:rPr lang="ru-RU" dirty="0" err="1" smtClean="0"/>
              <a:t>базових</a:t>
            </a:r>
            <a:r>
              <a:rPr lang="ru-RU" dirty="0" smtClean="0"/>
              <a:t> </a:t>
            </a:r>
            <a:r>
              <a:rPr lang="ru-RU" dirty="0" err="1" smtClean="0"/>
              <a:t>операцій</a:t>
            </a:r>
            <a:endParaRPr lang="ru-RU" dirty="0" smtClean="0"/>
          </a:p>
          <a:p>
            <a:pPr>
              <a:buNone/>
            </a:pPr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Мета та завдання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Мета </a:t>
            </a:r>
            <a:r>
              <a:rPr lang="ru-RU" dirty="0" err="1" smtClean="0"/>
              <a:t>проєкту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ru-RU" dirty="0" err="1" smtClean="0"/>
              <a:t>Розробити</a:t>
            </a:r>
            <a:r>
              <a:rPr lang="ru-RU" dirty="0" smtClean="0"/>
              <a:t> </a:t>
            </a:r>
            <a:r>
              <a:rPr lang="ru-RU" dirty="0" err="1" smtClean="0"/>
              <a:t>консольний</a:t>
            </a:r>
            <a:r>
              <a:rPr lang="ru-RU" dirty="0" smtClean="0"/>
              <a:t> </a:t>
            </a:r>
            <a:r>
              <a:rPr lang="ru-RU" dirty="0" err="1" smtClean="0"/>
              <a:t>додаток</a:t>
            </a:r>
            <a:r>
              <a:rPr lang="ru-RU" dirty="0" smtClean="0"/>
              <a:t> для </a:t>
            </a:r>
            <a:r>
              <a:rPr lang="ru-RU" dirty="0" err="1" smtClean="0"/>
              <a:t>обліку</a:t>
            </a:r>
            <a:r>
              <a:rPr lang="ru-RU" dirty="0" smtClean="0"/>
              <a:t> та </a:t>
            </a:r>
            <a:r>
              <a:rPr lang="ru-RU" dirty="0" smtClean="0"/>
              <a:t>	</a:t>
            </a:r>
            <a:r>
              <a:rPr lang="ru-RU" dirty="0" err="1" smtClean="0"/>
              <a:t>керування</a:t>
            </a:r>
            <a:r>
              <a:rPr lang="ru-RU" dirty="0" smtClean="0"/>
              <a:t> </a:t>
            </a:r>
            <a:r>
              <a:rPr lang="ru-RU" dirty="0" err="1" smtClean="0"/>
              <a:t>даними</a:t>
            </a:r>
            <a:r>
              <a:rPr lang="ru-RU" dirty="0" smtClean="0"/>
              <a:t> ФОП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err="1" smtClean="0"/>
              <a:t>Завдання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smtClean="0"/>
              <a:t>структуру </a:t>
            </a:r>
            <a:r>
              <a:rPr lang="ru-RU" dirty="0" err="1" smtClean="0"/>
              <a:t>даних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Р</a:t>
            </a:r>
            <a:r>
              <a:rPr lang="ru-RU" dirty="0" err="1" smtClean="0"/>
              <a:t>еалізувати</a:t>
            </a:r>
            <a:r>
              <a:rPr lang="ru-RU" dirty="0" smtClean="0"/>
              <a:t> </a:t>
            </a:r>
            <a:r>
              <a:rPr lang="ru-RU" dirty="0" err="1" smtClean="0"/>
              <a:t>текстове</a:t>
            </a:r>
            <a:r>
              <a:rPr lang="ru-RU" dirty="0" smtClean="0"/>
              <a:t> </a:t>
            </a:r>
            <a:r>
              <a:rPr lang="ru-RU" dirty="0" smtClean="0"/>
              <a:t>меню.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З</a:t>
            </a:r>
            <a:r>
              <a:rPr lang="ru-RU" dirty="0" err="1" smtClean="0"/>
              <a:t>абезпечити</a:t>
            </a:r>
            <a:r>
              <a:rPr lang="ru-RU" dirty="0" smtClean="0"/>
              <a:t> </a:t>
            </a:r>
            <a:r>
              <a:rPr lang="ru-RU" dirty="0" err="1" smtClean="0"/>
              <a:t>додавання</a:t>
            </a:r>
            <a:r>
              <a:rPr lang="ru-RU" dirty="0" smtClean="0"/>
              <a:t>, </a:t>
            </a:r>
            <a:r>
              <a:rPr lang="ru-RU" dirty="0" err="1" smtClean="0"/>
              <a:t>редагування</a:t>
            </a:r>
            <a:r>
              <a:rPr lang="ru-RU" dirty="0" smtClean="0"/>
              <a:t> та </a:t>
            </a:r>
            <a:r>
              <a:rPr lang="ru-RU" dirty="0" err="1" smtClean="0"/>
              <a:t>видалення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Р</a:t>
            </a:r>
            <a:r>
              <a:rPr lang="ru-RU" dirty="0" err="1" smtClean="0"/>
              <a:t>еалізувати</a:t>
            </a:r>
            <a:r>
              <a:rPr lang="ru-RU" dirty="0" smtClean="0"/>
              <a:t> </a:t>
            </a:r>
            <a:r>
              <a:rPr lang="ru-RU" dirty="0" err="1" smtClean="0"/>
              <a:t>сортування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О</a:t>
            </a:r>
            <a:r>
              <a:rPr lang="ru-RU" dirty="0" err="1" smtClean="0"/>
              <a:t>рганізувати</a:t>
            </a:r>
            <a:r>
              <a:rPr lang="ru-RU" dirty="0" smtClean="0"/>
              <a:t> </a:t>
            </a:r>
            <a:r>
              <a:rPr lang="ru-RU" dirty="0" err="1" smtClean="0"/>
              <a:t>збереження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r>
              <a:rPr lang="ru-RU" dirty="0" smtClean="0"/>
              <a:t> у </a:t>
            </a:r>
            <a:r>
              <a:rPr lang="ru-RU" dirty="0" smtClean="0"/>
              <a:t>файл.</a:t>
            </a:r>
            <a:endParaRPr lang="ru-RU" dirty="0" smtClean="0"/>
          </a:p>
          <a:p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Структура програми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Файли </a:t>
            </a:r>
            <a:r>
              <a:rPr lang="uk-UA" dirty="0" err="1" smtClean="0"/>
              <a:t>проєкту</a:t>
            </a:r>
            <a:r>
              <a:rPr lang="uk-UA" dirty="0" smtClean="0"/>
              <a:t>:</a:t>
            </a:r>
          </a:p>
          <a:p>
            <a:pPr>
              <a:buNone/>
            </a:pPr>
            <a:r>
              <a:rPr lang="uk-UA" dirty="0" smtClean="0"/>
              <a:t>	</a:t>
            </a:r>
            <a:r>
              <a:rPr lang="en-GB" dirty="0" smtClean="0"/>
              <a:t>main.cpp </a:t>
            </a:r>
            <a:r>
              <a:rPr lang="en-GB" dirty="0" smtClean="0"/>
              <a:t>— </a:t>
            </a:r>
            <a:r>
              <a:rPr lang="uk-UA" dirty="0" smtClean="0"/>
              <a:t>керування програмою та </a:t>
            </a:r>
            <a:r>
              <a:rPr lang="uk-UA" dirty="0" smtClean="0"/>
              <a:t>меню.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</a:t>
            </a:r>
            <a:r>
              <a:rPr lang="en-GB" dirty="0" err="1" smtClean="0"/>
              <a:t>business.h</a:t>
            </a:r>
            <a:r>
              <a:rPr lang="en-GB" dirty="0" smtClean="0"/>
              <a:t> </a:t>
            </a:r>
            <a:r>
              <a:rPr lang="en-GB" dirty="0" smtClean="0"/>
              <a:t>— </a:t>
            </a:r>
            <a:r>
              <a:rPr lang="uk-UA" dirty="0" smtClean="0"/>
              <a:t>структура та оголошення </a:t>
            </a:r>
            <a:r>
              <a:rPr lang="uk-UA" dirty="0" smtClean="0"/>
              <a:t>функцій.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</a:t>
            </a:r>
            <a:r>
              <a:rPr lang="en-GB" dirty="0" smtClean="0"/>
              <a:t>business.cpp </a:t>
            </a:r>
            <a:r>
              <a:rPr lang="en-GB" dirty="0" smtClean="0"/>
              <a:t>— </a:t>
            </a:r>
            <a:r>
              <a:rPr lang="uk-UA" dirty="0" smtClean="0"/>
              <a:t>логіка роботи з </a:t>
            </a:r>
            <a:r>
              <a:rPr lang="uk-UA" dirty="0" smtClean="0"/>
              <a:t>даними.</a:t>
            </a:r>
          </a:p>
          <a:p>
            <a:pPr>
              <a:buNone/>
            </a:pPr>
            <a:r>
              <a:rPr lang="uk-UA" dirty="0" smtClean="0"/>
              <a:t>	</a:t>
            </a:r>
            <a:r>
              <a:rPr lang="en-GB" dirty="0" smtClean="0"/>
              <a:t>base.txt </a:t>
            </a:r>
            <a:r>
              <a:rPr lang="en-GB" dirty="0" smtClean="0"/>
              <a:t>— </a:t>
            </a:r>
            <a:r>
              <a:rPr lang="uk-UA" dirty="0" smtClean="0"/>
              <a:t>файл збереження </a:t>
            </a:r>
            <a:r>
              <a:rPr lang="uk-UA" dirty="0" smtClean="0"/>
              <a:t>інформації.</a:t>
            </a:r>
            <a:endParaRPr lang="uk-UA" dirty="0" smtClean="0"/>
          </a:p>
          <a:p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Структура даних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Структура </a:t>
            </a:r>
            <a:r>
              <a:rPr lang="en-GB" dirty="0" smtClean="0"/>
              <a:t>Business:</a:t>
            </a:r>
          </a:p>
          <a:p>
            <a:pPr>
              <a:buNone/>
            </a:pPr>
            <a:r>
              <a:rPr lang="uk-UA" dirty="0" smtClean="0"/>
              <a:t>	ПІБ власника.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Назва компанії.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Реєстраційний номер.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Група </a:t>
            </a:r>
            <a:r>
              <a:rPr lang="uk-UA" dirty="0" err="1" smtClean="0"/>
              <a:t>ФОП</a:t>
            </a:r>
            <a:r>
              <a:rPr lang="uk-UA" dirty="0" smtClean="0"/>
              <a:t>.</a:t>
            </a:r>
            <a:endParaRPr lang="uk-UA" dirty="0" smtClean="0"/>
          </a:p>
          <a:p>
            <a:r>
              <a:rPr lang="uk-UA" dirty="0" smtClean="0"/>
              <a:t>Особливості:</a:t>
            </a:r>
          </a:p>
          <a:p>
            <a:pPr>
              <a:buNone/>
            </a:pPr>
            <a:r>
              <a:rPr lang="uk-UA" dirty="0" smtClean="0"/>
              <a:t>	Реєстраційний </a:t>
            </a:r>
            <a:r>
              <a:rPr lang="uk-UA" dirty="0" smtClean="0"/>
              <a:t>номер генерується </a:t>
            </a:r>
            <a:r>
              <a:rPr lang="uk-UA" dirty="0" smtClean="0"/>
              <a:t>автоматично.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Група </a:t>
            </a:r>
            <a:r>
              <a:rPr lang="uk-UA" dirty="0" err="1" smtClean="0"/>
              <a:t>ФОП</a:t>
            </a:r>
            <a:r>
              <a:rPr lang="uk-UA" dirty="0" smtClean="0"/>
              <a:t> обмежується діапазоном </a:t>
            </a:r>
            <a:r>
              <a:rPr lang="uk-UA" dirty="0" smtClean="0"/>
              <a:t>1–3</a:t>
            </a:r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Функціональні можливості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Програма</a:t>
            </a:r>
            <a:r>
              <a:rPr lang="ru-RU" dirty="0" smtClean="0"/>
              <a:t> </a:t>
            </a:r>
            <a:r>
              <a:rPr lang="ru-RU" dirty="0" err="1" smtClean="0"/>
              <a:t>дозволяє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Д</a:t>
            </a:r>
            <a:r>
              <a:rPr lang="ru-RU" dirty="0" err="1" smtClean="0"/>
              <a:t>одавати</a:t>
            </a:r>
            <a:r>
              <a:rPr lang="ru-RU" dirty="0" smtClean="0"/>
              <a:t> </a:t>
            </a:r>
            <a:r>
              <a:rPr lang="ru-RU" dirty="0" err="1" smtClean="0"/>
              <a:t>бізнес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В</a:t>
            </a:r>
            <a:r>
              <a:rPr lang="ru-RU" dirty="0" err="1" smtClean="0"/>
              <a:t>идаляти</a:t>
            </a:r>
            <a:r>
              <a:rPr lang="ru-RU" dirty="0" smtClean="0"/>
              <a:t> </a:t>
            </a:r>
            <a:r>
              <a:rPr lang="ru-RU" dirty="0" err="1" smtClean="0"/>
              <a:t>бізнес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Р</a:t>
            </a:r>
            <a:r>
              <a:rPr lang="ru-RU" dirty="0" err="1" smtClean="0"/>
              <a:t>едагувати</a:t>
            </a:r>
            <a:r>
              <a:rPr lang="ru-RU" dirty="0" smtClean="0"/>
              <a:t> </a:t>
            </a:r>
            <a:r>
              <a:rPr lang="ru-RU" dirty="0" err="1" smtClean="0"/>
              <a:t>інформацію</a:t>
            </a:r>
            <a:r>
              <a:rPr lang="ru-RU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С</a:t>
            </a:r>
            <a:r>
              <a:rPr lang="ru-RU" dirty="0" err="1" smtClean="0"/>
              <a:t>ортувати</a:t>
            </a:r>
            <a:r>
              <a:rPr lang="ru-RU" dirty="0" smtClean="0"/>
              <a:t> </a:t>
            </a:r>
            <a:r>
              <a:rPr lang="ru-RU" dirty="0" smtClean="0"/>
              <a:t>за </a:t>
            </a:r>
            <a:r>
              <a:rPr lang="ru-RU" dirty="0" err="1" smtClean="0"/>
              <a:t>групою</a:t>
            </a:r>
            <a:r>
              <a:rPr lang="ru-RU" dirty="0" smtClean="0"/>
              <a:t> </a:t>
            </a:r>
            <a:r>
              <a:rPr lang="ru-RU" dirty="0" smtClean="0"/>
              <a:t>ФОП.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С</a:t>
            </a:r>
            <a:r>
              <a:rPr lang="ru-RU" dirty="0" err="1" smtClean="0"/>
              <a:t>ортувати</a:t>
            </a:r>
            <a:r>
              <a:rPr lang="ru-RU" dirty="0" smtClean="0"/>
              <a:t> </a:t>
            </a:r>
            <a:r>
              <a:rPr lang="ru-RU" dirty="0" smtClean="0"/>
              <a:t>за </a:t>
            </a:r>
            <a:r>
              <a:rPr lang="ru-RU" dirty="0" err="1" smtClean="0"/>
              <a:t>реєстраційним</a:t>
            </a:r>
            <a:r>
              <a:rPr lang="ru-RU" dirty="0" smtClean="0"/>
              <a:t> </a:t>
            </a:r>
            <a:r>
              <a:rPr lang="ru-RU" dirty="0" smtClean="0"/>
              <a:t>номером.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err="1" smtClean="0"/>
              <a:t>П</a:t>
            </a:r>
            <a:r>
              <a:rPr lang="ru-RU" dirty="0" err="1" smtClean="0"/>
              <a:t>ереглядати</a:t>
            </a:r>
            <a:r>
              <a:rPr lang="ru-RU" dirty="0" smtClean="0"/>
              <a:t> </a:t>
            </a:r>
            <a:r>
              <a:rPr lang="ru-RU" dirty="0" smtClean="0"/>
              <a:t>базу </a:t>
            </a:r>
            <a:r>
              <a:rPr lang="ru-RU" dirty="0" err="1" smtClean="0"/>
              <a:t>даних</a:t>
            </a:r>
            <a:r>
              <a:rPr lang="ru-RU" dirty="0" smtClean="0"/>
              <a:t>.</a:t>
            </a:r>
            <a:endParaRPr lang="ru-RU" dirty="0" smtClean="0"/>
          </a:p>
          <a:p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Робота з файлами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Файл: </a:t>
            </a:r>
            <a:r>
              <a:rPr lang="en-GB" dirty="0" smtClean="0"/>
              <a:t>base.txt</a:t>
            </a:r>
          </a:p>
          <a:p>
            <a:r>
              <a:rPr lang="uk-UA" dirty="0" smtClean="0"/>
              <a:t>Принцип роботи:</a:t>
            </a:r>
          </a:p>
          <a:p>
            <a:pPr>
              <a:buNone/>
            </a:pPr>
            <a:r>
              <a:rPr lang="uk-UA" dirty="0" smtClean="0"/>
              <a:t>	При </a:t>
            </a:r>
            <a:r>
              <a:rPr lang="uk-UA" dirty="0" smtClean="0"/>
              <a:t>запуску програми перевіряється наявність </a:t>
            </a:r>
            <a:r>
              <a:rPr lang="uk-UA" dirty="0" smtClean="0"/>
              <a:t>файлу.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Якщо </a:t>
            </a:r>
            <a:r>
              <a:rPr lang="uk-UA" dirty="0" smtClean="0"/>
              <a:t>файл існує — дані </a:t>
            </a:r>
            <a:r>
              <a:rPr lang="uk-UA" dirty="0" smtClean="0"/>
              <a:t>завантажуються.</a:t>
            </a:r>
            <a:endParaRPr lang="uk-UA" dirty="0" smtClean="0"/>
          </a:p>
          <a:p>
            <a:pPr>
              <a:buNone/>
            </a:pPr>
            <a:r>
              <a:rPr lang="uk-UA" dirty="0" smtClean="0"/>
              <a:t>	Після </a:t>
            </a:r>
            <a:r>
              <a:rPr lang="uk-UA" dirty="0" smtClean="0"/>
              <a:t>кожної зміни дані автоматично </a:t>
            </a:r>
            <a:r>
              <a:rPr lang="uk-UA" dirty="0" smtClean="0"/>
              <a:t>зберігаються.</a:t>
            </a:r>
            <a:endParaRPr lang="uk-UA" dirty="0" smtClean="0"/>
          </a:p>
          <a:p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Сортування та обробка даних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Сортування</a:t>
            </a:r>
            <a:r>
              <a:rPr lang="ru-RU" dirty="0" smtClean="0"/>
              <a:t> </a:t>
            </a:r>
            <a:r>
              <a:rPr lang="ru-RU" dirty="0" err="1" smtClean="0"/>
              <a:t>реалізовано</a:t>
            </a:r>
            <a:r>
              <a:rPr lang="ru-RU" dirty="0" smtClean="0"/>
              <a:t> за </a:t>
            </a:r>
            <a:r>
              <a:rPr lang="ru-RU" dirty="0" err="1" smtClean="0"/>
              <a:t>допомогою</a:t>
            </a:r>
            <a:r>
              <a:rPr lang="ru-RU" dirty="0" smtClean="0"/>
              <a:t> </a:t>
            </a:r>
            <a:r>
              <a:rPr lang="ru-RU" dirty="0" err="1" smtClean="0"/>
              <a:t>std::</a:t>
            </a:r>
            <a:r>
              <a:rPr lang="ru-RU" dirty="0" err="1" smtClean="0"/>
              <a:t>sort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err="1" smtClean="0"/>
              <a:t>Використовується</a:t>
            </a:r>
            <a:r>
              <a:rPr lang="ru-RU" dirty="0" smtClean="0"/>
              <a:t> </a:t>
            </a:r>
            <a:r>
              <a:rPr lang="ru-RU" dirty="0" err="1" smtClean="0"/>
              <a:t>лямбда-вираз</a:t>
            </a:r>
            <a:r>
              <a:rPr lang="ru-RU" dirty="0" smtClean="0"/>
              <a:t> для </a:t>
            </a:r>
            <a:r>
              <a:rPr lang="ru-RU" dirty="0" err="1" smtClean="0"/>
              <a:t>задання</a:t>
            </a:r>
            <a:r>
              <a:rPr lang="ru-RU" dirty="0" smtClean="0"/>
              <a:t> </a:t>
            </a:r>
            <a:r>
              <a:rPr lang="ru-RU" dirty="0" err="1" smtClean="0"/>
              <a:t>критерію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err="1" smtClean="0"/>
              <a:t>Реалізовано</a:t>
            </a:r>
            <a:r>
              <a:rPr lang="ru-RU" dirty="0" smtClean="0"/>
              <a:t> </a:t>
            </a:r>
            <a:r>
              <a:rPr lang="ru-RU" dirty="0" err="1" smtClean="0"/>
              <a:t>захист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некоректного</a:t>
            </a:r>
            <a:r>
              <a:rPr lang="ru-RU" dirty="0" smtClean="0"/>
              <a:t> </a:t>
            </a:r>
            <a:r>
              <a:rPr lang="ru-RU" dirty="0" smtClean="0"/>
              <a:t>вводу.</a:t>
            </a:r>
            <a:endParaRPr lang="ru-RU" dirty="0" smtClean="0"/>
          </a:p>
          <a:p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uk-UA" dirty="0" smtClean="0"/>
              <a:t>ДЯКУЮ ЗА УВАГУ!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 smtClean="0"/>
              <a:t> </a:t>
            </a:r>
            <a:endParaRPr lang="uk-U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</TotalTime>
  <Words>84</Words>
  <PresentationFormat>Экран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Поток</vt:lpstr>
      <vt:lpstr>База ДПС України</vt:lpstr>
      <vt:lpstr>Актуальність проєкту</vt:lpstr>
      <vt:lpstr>Мета та завдання</vt:lpstr>
      <vt:lpstr>Структура програми</vt:lpstr>
      <vt:lpstr>Структура даних</vt:lpstr>
      <vt:lpstr>Функціональні можливості</vt:lpstr>
      <vt:lpstr>Робота з файлами</vt:lpstr>
      <vt:lpstr>Сортування та обробка даних</vt:lpstr>
      <vt:lpstr>ДЯКУЮ ЗА УВАГУ!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ДПС України</dc:title>
  <dc:creator>Игнат</dc:creator>
  <cp:lastModifiedBy>Ігнат</cp:lastModifiedBy>
  <cp:revision>8</cp:revision>
  <dcterms:created xsi:type="dcterms:W3CDTF">2026-01-29T14:26:53Z</dcterms:created>
  <dcterms:modified xsi:type="dcterms:W3CDTF">2026-01-29T14:34:31Z</dcterms:modified>
</cp:coreProperties>
</file>